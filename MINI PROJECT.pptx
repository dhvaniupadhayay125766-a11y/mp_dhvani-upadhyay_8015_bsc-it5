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59444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691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322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269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837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8567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285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60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75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09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7320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923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32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375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57848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87417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9751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2477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263264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6307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3721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3289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9440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861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507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5987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425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29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E11D9DFC-C6EC-4C54-ABE3-CFD83121209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2DC9B941-3F0C-404F-9E0B-952A8BF05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08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  <p:sldLayoutId id="2147483929" r:id="rId12"/>
    <p:sldLayoutId id="2147483930" r:id="rId13"/>
    <p:sldLayoutId id="2147483931" r:id="rId14"/>
    <p:sldLayoutId id="2147483932" r:id="rId15"/>
    <p:sldLayoutId id="2147483933" r:id="rId16"/>
    <p:sldLayoutId id="2147483934" r:id="rId17"/>
    <p:sldLayoutId id="2147483935" r:id="rId18"/>
    <p:sldLayoutId id="2147483936" r:id="rId19"/>
    <p:sldLayoutId id="2147483937" r:id="rId20"/>
    <p:sldLayoutId id="2147483938" r:id="rId21"/>
    <p:sldLayoutId id="2147483939" r:id="rId22"/>
    <p:sldLayoutId id="2147483940" r:id="rId23"/>
    <p:sldLayoutId id="2147483941" r:id="rId24"/>
    <p:sldLayoutId id="2147483942" r:id="rId25"/>
    <p:sldLayoutId id="2147483943" r:id="rId26"/>
    <p:sldLayoutId id="2147483944" r:id="rId27"/>
    <p:sldLayoutId id="2147483945" r:id="rId28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14EA9-2E02-69C5-C02E-4167753FB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5846" y="375111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/>
              <a:t> The Text-to-Speech </a:t>
            </a:r>
            <a:r>
              <a:rPr lang="en-US" sz="5400" dirty="0"/>
              <a:t>Converter Using  Python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82D208-A403-EE2E-BFB9-C7EBA1D50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268361" y="3887173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     SUBJECT: MINI PROJECT</a:t>
            </a:r>
          </a:p>
          <a:p>
            <a:r>
              <a:rPr lang="en-US" dirty="0"/>
              <a:t>                      DHVANI UPADHYAY_92400588015</a:t>
            </a:r>
          </a:p>
          <a:p>
            <a:r>
              <a:rPr lang="en-US" dirty="0"/>
              <a:t>       DIYA SHAH_92400588063</a:t>
            </a:r>
          </a:p>
          <a:p>
            <a:r>
              <a:rPr lang="en-US" dirty="0"/>
              <a:t>                                 PRAGATIBA CHUDASAMA_92400588044</a:t>
            </a:r>
          </a:p>
        </p:txBody>
      </p:sp>
    </p:spTree>
    <p:extLst>
      <p:ext uri="{BB962C8B-B14F-4D97-AF65-F5344CB8AC3E}">
        <p14:creationId xmlns:p14="http://schemas.microsoft.com/office/powerpoint/2010/main" val="3427808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DFA8-BA92-5785-554D-8221CB93A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79EFC-248C-DD7A-6363-DA4A83405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US" sz="2800" dirty="0"/>
              <a:t>Text-to-Speech (TTS) is a technology that converts written text into spoken voice. </a:t>
            </a:r>
          </a:p>
          <a:p>
            <a:pPr lvl="0"/>
            <a:r>
              <a:rPr lang="en-US" sz="2800" dirty="0"/>
              <a:t>This project is developed using the Python programming language. </a:t>
            </a:r>
          </a:p>
          <a:p>
            <a:pPr lvl="0"/>
            <a:r>
              <a:rPr lang="en-US" sz="2800" dirty="0"/>
              <a:t>The user enters text through the keyboard. </a:t>
            </a:r>
          </a:p>
          <a:p>
            <a:pPr lvl="0"/>
            <a:r>
              <a:rPr lang="en-US" sz="2800" dirty="0"/>
              <a:t>The program converts the entered text into speech and plays it through the computer speaker. </a:t>
            </a:r>
          </a:p>
          <a:p>
            <a:pPr lvl="0"/>
            <a:r>
              <a:rPr lang="en-US" sz="2800" dirty="0"/>
              <a:t>The project uses the </a:t>
            </a:r>
            <a:r>
              <a:rPr lang="en-US" sz="2800" b="1" dirty="0"/>
              <a:t>pyttsx3</a:t>
            </a:r>
            <a:r>
              <a:rPr lang="en-US" sz="2800" dirty="0"/>
              <a:t> library to perform the conversion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257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93037-BF77-9D8F-390B-EE30A458B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D3E26-2922-72CA-27E4-0E4380D03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200" dirty="0"/>
              <a:t>To develop a simple Text-to-Speech Converter using Python. </a:t>
            </a:r>
          </a:p>
          <a:p>
            <a:pPr lvl="0"/>
            <a:r>
              <a:rPr lang="en-US" sz="3200" dirty="0"/>
              <a:t>To convert user-entered text into spoken voice. </a:t>
            </a:r>
          </a:p>
          <a:p>
            <a:pPr lvl="0"/>
            <a:r>
              <a:rPr lang="en-US" sz="3200" dirty="0"/>
              <a:t>To understand the use of the </a:t>
            </a:r>
            <a:r>
              <a:rPr lang="en-US" sz="3200" b="1" dirty="0"/>
              <a:t>pyttsx3</a:t>
            </a:r>
            <a:r>
              <a:rPr lang="en-US" sz="3200" dirty="0"/>
              <a:t> library. </a:t>
            </a:r>
          </a:p>
          <a:p>
            <a:pPr lvl="0"/>
            <a:r>
              <a:rPr lang="en-US" sz="3200" dirty="0"/>
              <a:t>To learn how to control speech </a:t>
            </a:r>
            <a:r>
              <a:rPr lang="en-US" sz="3200" b="1" dirty="0"/>
              <a:t>speed and volume</a:t>
            </a:r>
            <a:r>
              <a:rPr lang="en-US" sz="3200" dirty="0"/>
              <a:t>. </a:t>
            </a:r>
          </a:p>
          <a:p>
            <a:pPr lvl="0"/>
            <a:r>
              <a:rPr lang="en-US" sz="3200" dirty="0"/>
              <a:t>To develop a simple interactive Python application.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026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9E04A-67EA-7C69-D5C7-5B9163762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894" y="121035"/>
            <a:ext cx="11253668" cy="1106424"/>
          </a:xfrm>
        </p:spPr>
        <p:txBody>
          <a:bodyPr>
            <a:normAutofit/>
          </a:bodyPr>
          <a:lstStyle/>
          <a:p>
            <a:r>
              <a:rPr lang="en-US" dirty="0"/>
              <a:t>Tools &amp; Technologies Used: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C7664A-03B0-5BFF-555C-C03EDECAD2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9048987"/>
              </p:ext>
            </p:extLst>
          </p:nvPr>
        </p:nvGraphicFramePr>
        <p:xfrm>
          <a:off x="609599" y="1415845"/>
          <a:ext cx="11169446" cy="51717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84723">
                  <a:extLst>
                    <a:ext uri="{9D8B030D-6E8A-4147-A177-3AD203B41FA5}">
                      <a16:colId xmlns:a16="http://schemas.microsoft.com/office/drawing/2014/main" val="698634410"/>
                    </a:ext>
                  </a:extLst>
                </a:gridCol>
                <a:gridCol w="5584723">
                  <a:extLst>
                    <a:ext uri="{9D8B030D-6E8A-4147-A177-3AD203B41FA5}">
                      <a16:colId xmlns:a16="http://schemas.microsoft.com/office/drawing/2014/main" val="2361438304"/>
                    </a:ext>
                  </a:extLst>
                </a:gridCol>
              </a:tblGrid>
              <a:tr h="861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Tool / 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112762"/>
                  </a:ext>
                </a:extLst>
              </a:tr>
              <a:tr h="861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Programming language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9748099"/>
                  </a:ext>
                </a:extLst>
              </a:tr>
              <a:tr h="861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pyttsx3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Converts text into speech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571047"/>
                  </a:ext>
                </a:extLst>
              </a:tr>
              <a:tr h="861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VS Code / IDLE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Used to write and run the program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1507937"/>
                  </a:ext>
                </a:extLst>
              </a:tr>
              <a:tr h="861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Used to enter 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1264011"/>
                  </a:ext>
                </a:extLst>
              </a:tr>
              <a:tr h="861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Computer Speaker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Used to hear the generated speech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1770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601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491F5-0208-6471-D80C-DCE49FD10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of the Project: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BC7A7-10D5-AC3A-2BF6-1052E49F6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6" y="1061884"/>
            <a:ext cx="11425084" cy="5796116"/>
          </a:xfrm>
        </p:spPr>
        <p:txBody>
          <a:bodyPr>
            <a:normAutofit fontScale="62500" lnSpcReduction="20000"/>
          </a:bodyPr>
          <a:lstStyle/>
          <a:p>
            <a:endParaRPr lang="en-US" sz="2900" b="1" dirty="0"/>
          </a:p>
          <a:p>
            <a:r>
              <a:rPr lang="en-US" sz="2900" dirty="0"/>
              <a:t>The project works in the following steps:</a:t>
            </a:r>
          </a:p>
          <a:p>
            <a:pPr marL="0" indent="0">
              <a:buNone/>
            </a:pPr>
            <a:r>
              <a:rPr lang="en-US" sz="2900" b="1" dirty="0"/>
              <a:t>     1. Initialize the program</a:t>
            </a:r>
            <a:br>
              <a:rPr lang="en-US" sz="2900" dirty="0"/>
            </a:br>
            <a:r>
              <a:rPr lang="en-US" sz="2900" dirty="0"/>
              <a:t>The pyttsx3 library is imported and the speech engine is initialized.</a:t>
            </a:r>
          </a:p>
          <a:p>
            <a:r>
              <a:rPr lang="en-US" sz="2900" b="1" dirty="0"/>
              <a:t>2. Set speech properties</a:t>
            </a:r>
            <a:br>
              <a:rPr lang="en-US" sz="2900" dirty="0"/>
            </a:br>
            <a:r>
              <a:rPr lang="en-US" sz="2900" dirty="0"/>
              <a:t>The program sets the speech </a:t>
            </a:r>
            <a:r>
              <a:rPr lang="en-US" sz="2900" b="1" dirty="0"/>
              <a:t>rate</a:t>
            </a:r>
            <a:r>
              <a:rPr lang="en-US" sz="2900" dirty="0"/>
              <a:t> and </a:t>
            </a:r>
            <a:r>
              <a:rPr lang="en-US" sz="2900" b="1" dirty="0"/>
              <a:t>volume</a:t>
            </a:r>
            <a:r>
              <a:rPr lang="en-US" sz="2900" dirty="0"/>
              <a:t>.</a:t>
            </a:r>
          </a:p>
          <a:p>
            <a:r>
              <a:rPr lang="en-US" sz="2900" b="1" dirty="0"/>
              <a:t>3. Take user input</a:t>
            </a:r>
            <a:br>
              <a:rPr lang="en-US" sz="2900" dirty="0"/>
            </a:br>
            <a:r>
              <a:rPr lang="en-US" sz="2900" dirty="0"/>
              <a:t>The user enters the text they want to hear.</a:t>
            </a:r>
          </a:p>
          <a:p>
            <a:r>
              <a:rPr lang="en-US" sz="2900" b="1" dirty="0"/>
              <a:t>4. Check the input</a:t>
            </a:r>
            <a:br>
              <a:rPr lang="en-US" sz="2900" dirty="0"/>
            </a:br>
            <a:r>
              <a:rPr lang="en-US" sz="2900" dirty="0"/>
              <a:t>The program checks whether the user has entered empty text.</a:t>
            </a:r>
          </a:p>
          <a:p>
            <a:r>
              <a:rPr lang="en-US" sz="2900" b="1" dirty="0"/>
              <a:t>5. Convert text into speech</a:t>
            </a:r>
            <a:br>
              <a:rPr lang="en-US" sz="2900" dirty="0"/>
            </a:br>
            <a:r>
              <a:rPr lang="en-US" sz="2900" dirty="0"/>
              <a:t>The </a:t>
            </a:r>
            <a:r>
              <a:rPr lang="en-US" sz="2900" dirty="0" err="1"/>
              <a:t>engine.say</a:t>
            </a:r>
            <a:r>
              <a:rPr lang="en-US" sz="2900" dirty="0"/>
              <a:t>() function sends the entered text to the speech engine.</a:t>
            </a:r>
          </a:p>
          <a:p>
            <a:r>
              <a:rPr lang="en-US" sz="2900" b="1" dirty="0"/>
              <a:t>6. Play the speech</a:t>
            </a:r>
            <a:br>
              <a:rPr lang="en-US" sz="2900" dirty="0"/>
            </a:br>
            <a:r>
              <a:rPr lang="en-US" sz="2900" dirty="0"/>
              <a:t>The </a:t>
            </a:r>
            <a:r>
              <a:rPr lang="en-US" sz="2900" dirty="0" err="1"/>
              <a:t>engine.runAndWait</a:t>
            </a:r>
            <a:r>
              <a:rPr lang="en-US" sz="2900" dirty="0"/>
              <a:t>() function processes and plays the speech.</a:t>
            </a:r>
          </a:p>
          <a:p>
            <a:r>
              <a:rPr lang="en-US" sz="2900" b="1" dirty="0"/>
              <a:t>7. Continue or exit</a:t>
            </a:r>
            <a:br>
              <a:rPr lang="en-US" sz="2900" dirty="0"/>
            </a:br>
            <a:r>
              <a:rPr lang="en-US" sz="2900" dirty="0"/>
              <a:t>The program asks whether the user wants to convert another 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669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D3741-1357-474B-98D8-1595DD7E7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AC1989-3EEA-F866-427C-FFAF7D57BF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981" y="479924"/>
            <a:ext cx="5751871" cy="637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01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00EE1-E250-401D-99D8-A17F3CB7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AD080-6906-070D-C4A5-722B14450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000" dirty="0"/>
              <a:t>The project can be improved in the future by:</a:t>
            </a:r>
          </a:p>
          <a:p>
            <a:pPr lvl="0"/>
            <a:r>
              <a:rPr lang="en-US" sz="3000" dirty="0"/>
              <a:t>Adding a </a:t>
            </a:r>
            <a:r>
              <a:rPr lang="en-US" sz="3000" b="1" dirty="0"/>
              <a:t>Graphical User Interface (GUI)</a:t>
            </a:r>
            <a:r>
              <a:rPr lang="en-US" sz="3000" dirty="0"/>
              <a:t>. </a:t>
            </a:r>
          </a:p>
          <a:p>
            <a:pPr lvl="0"/>
            <a:r>
              <a:rPr lang="en-US" sz="3000" dirty="0"/>
              <a:t>Adding different </a:t>
            </a:r>
            <a:r>
              <a:rPr lang="en-US" sz="3000" b="1" dirty="0"/>
              <a:t>voice options</a:t>
            </a:r>
            <a:r>
              <a:rPr lang="en-US" sz="3000" dirty="0"/>
              <a:t>. </a:t>
            </a:r>
          </a:p>
          <a:p>
            <a:pPr lvl="0"/>
            <a:r>
              <a:rPr lang="en-US" sz="3000" dirty="0"/>
              <a:t>Adding </a:t>
            </a:r>
            <a:r>
              <a:rPr lang="en-US" sz="3000" b="1" dirty="0"/>
              <a:t>multiple language support</a:t>
            </a:r>
            <a:r>
              <a:rPr lang="en-US" sz="3000" dirty="0"/>
              <a:t>. </a:t>
            </a:r>
          </a:p>
          <a:p>
            <a:pPr lvl="0"/>
            <a:r>
              <a:rPr lang="en-US" sz="3000" dirty="0"/>
              <a:t>Allowing users to change </a:t>
            </a:r>
            <a:r>
              <a:rPr lang="en-US" sz="3000" b="1" dirty="0"/>
              <a:t>speech speed and volume</a:t>
            </a:r>
            <a:r>
              <a:rPr lang="en-US" sz="3000" dirty="0"/>
              <a:t> through buttons/sliders. </a:t>
            </a:r>
          </a:p>
          <a:p>
            <a:pPr lvl="0"/>
            <a:r>
              <a:rPr lang="en-US" sz="3000" dirty="0"/>
              <a:t>Adding an option to </a:t>
            </a:r>
            <a:r>
              <a:rPr lang="en-US" sz="3000" b="1" dirty="0"/>
              <a:t>save speech as an audio file</a:t>
            </a:r>
            <a:r>
              <a:rPr lang="en-US" sz="3000" dirty="0"/>
              <a:t>. </a:t>
            </a:r>
          </a:p>
          <a:p>
            <a:pPr lvl="0"/>
            <a:r>
              <a:rPr lang="en-US" sz="3000" dirty="0"/>
              <a:t>Making the application more attractive and user-friendly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001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0944A-794D-9875-5286-7575F0084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61" y="0"/>
            <a:ext cx="10515600" cy="1601327"/>
          </a:xfrm>
        </p:spPr>
        <p:txBody>
          <a:bodyPr/>
          <a:lstStyle/>
          <a:p>
            <a:r>
              <a:rPr lang="en-US" b="1" dirty="0"/>
              <a:t>Conclusion: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CD839-A463-4D0B-FF74-6BDEE7034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61" y="1347019"/>
            <a:ext cx="10999839" cy="5145856"/>
          </a:xfrm>
        </p:spPr>
        <p:txBody>
          <a:bodyPr/>
          <a:lstStyle/>
          <a:p>
            <a:pPr marL="0" lvl="0" indent="0">
              <a:buNone/>
            </a:pPr>
            <a:endParaRPr lang="en-US" sz="2800" dirty="0"/>
          </a:p>
          <a:p>
            <a:pPr lvl="0"/>
            <a:r>
              <a:rPr lang="en-US" sz="2800" dirty="0"/>
              <a:t>he Text-to-Speech Converter successfully converts written text into spoken voice</a:t>
            </a:r>
          </a:p>
          <a:p>
            <a:pPr lvl="0"/>
            <a:r>
              <a:rPr lang="en-US" sz="2800" dirty="0"/>
              <a:t>Python and the </a:t>
            </a:r>
            <a:r>
              <a:rPr lang="en-US" sz="2800" b="1" dirty="0"/>
              <a:t>pyttsx3</a:t>
            </a:r>
            <a:r>
              <a:rPr lang="en-US" sz="2800" dirty="0"/>
              <a:t> library make the implementation simple. </a:t>
            </a:r>
          </a:p>
          <a:p>
            <a:pPr lvl="0"/>
            <a:r>
              <a:rPr lang="en-US" sz="2800" dirty="0"/>
              <a:t>The project demonstrates important Python concepts such as input, conditions, loops, variables, and library functions. </a:t>
            </a:r>
          </a:p>
          <a:p>
            <a:pPr lvl="0"/>
            <a:r>
              <a:rPr lang="en-US" sz="2800" dirty="0"/>
              <a:t>It provides a simple and useful application of Text-to-Speech technology.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193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BEF1B-ADE2-E2DD-E611-01866877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87" y="1073191"/>
            <a:ext cx="10515600" cy="978408"/>
          </a:xfrm>
        </p:spPr>
        <p:txBody>
          <a:bodyPr>
            <a:normAutofit/>
          </a:bodyPr>
          <a:lstStyle/>
          <a:p>
            <a:r>
              <a:rPr lang="en-US" b="1" dirty="0"/>
              <a:t>Bibliography: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B18B5-4BFB-E7E7-FC23-C5B2A2ADC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1238865"/>
            <a:ext cx="10931013" cy="3893574"/>
          </a:xfrm>
        </p:spPr>
        <p:txBody>
          <a:bodyPr>
            <a:normAutofit/>
          </a:bodyPr>
          <a:lstStyle/>
          <a:p>
            <a:pPr lvl="0"/>
            <a:endParaRPr lang="en-US" sz="3200" dirty="0"/>
          </a:p>
          <a:p>
            <a:r>
              <a:rPr lang="en-US" sz="3200" dirty="0"/>
              <a:t>Python Programming Documentation </a:t>
            </a:r>
          </a:p>
          <a:p>
            <a:r>
              <a:rPr lang="en-US" sz="3200" dirty="0"/>
              <a:t>pyttsx3 Documentation </a:t>
            </a:r>
          </a:p>
          <a:p>
            <a:r>
              <a:rPr lang="en-US" sz="3200" dirty="0"/>
              <a:t>Python Programming Classroom Notes</a:t>
            </a:r>
          </a:p>
          <a:p>
            <a:pPr marL="0" lvl="0" indent="0">
              <a:buNone/>
            </a:pPr>
            <a:r>
              <a:rPr lang="en-US" sz="3200" dirty="0"/>
              <a:t> </a:t>
            </a:r>
          </a:p>
          <a:p>
            <a:pPr marL="0" lvl="0" indent="0">
              <a:buNone/>
            </a:pP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039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23</TotalTime>
  <Words>444</Words>
  <Application>Microsoft Office PowerPoint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JasmineUPC</vt:lpstr>
      <vt:lpstr>Raleway</vt:lpstr>
      <vt:lpstr>School Days</vt:lpstr>
      <vt:lpstr> The Text-to-Speech Converter Using  Python </vt:lpstr>
      <vt:lpstr>Introduction:</vt:lpstr>
      <vt:lpstr>Objectives:</vt:lpstr>
      <vt:lpstr>Tools &amp; Technologies Used:</vt:lpstr>
      <vt:lpstr>Working of the Project:</vt:lpstr>
      <vt:lpstr>Flowchart:</vt:lpstr>
      <vt:lpstr>Future Enhancements:</vt:lpstr>
      <vt:lpstr>Conclusion: </vt:lpstr>
      <vt:lpstr>Bibliography: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Dhvani Upadhyay</dc:creator>
  <cp:lastModifiedBy>Dhvani Upadhyay</cp:lastModifiedBy>
  <cp:revision>2</cp:revision>
  <dcterms:created xsi:type="dcterms:W3CDTF">2026-09-07T13:54:03Z</dcterms:created>
  <dcterms:modified xsi:type="dcterms:W3CDTF">2026-09-07T14:22:23Z</dcterms:modified>
</cp:coreProperties>
</file>